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330" r:id="rId2"/>
    <p:sldId id="332" r:id="rId3"/>
    <p:sldId id="339" r:id="rId4"/>
    <p:sldId id="333" r:id="rId5"/>
    <p:sldId id="337" r:id="rId6"/>
    <p:sldId id="334" r:id="rId7"/>
    <p:sldId id="338" r:id="rId8"/>
    <p:sldId id="320" r:id="rId9"/>
  </p:sldIdLst>
  <p:sldSz cx="12192000" cy="6858000"/>
  <p:notesSz cx="6858000" cy="9144000"/>
  <p:embeddedFontLst>
    <p:embeddedFont>
      <p:font typeface="페이퍼로지 7 Bold" charset="-127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프리젠테이션 2 ExtraLight" pitchFamily="2" charset="-127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B1B"/>
    <a:srgbClr val="2C080D"/>
    <a:srgbClr val="009900"/>
    <a:srgbClr val="7F7F7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76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546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01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159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7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4330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275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840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381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597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5195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32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69CAE-EF49-4F6E-A60F-A1F78228FCA8}" type="datetimeFigureOut">
              <a:rPr lang="ko-KR" altLang="en-US" smtClean="0"/>
              <a:t>2026-09-03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A4B3F-9D01-4FEF-905D-79B484864B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9187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8203F0-4FC8-419F-B7F0-857C8C2F0EAF}"/>
              </a:ext>
            </a:extLst>
          </p:cNvPr>
          <p:cNvSpPr txBox="1"/>
          <p:nvPr/>
        </p:nvSpPr>
        <p:spPr>
          <a:xfrm>
            <a:off x="3632024" y="3075057"/>
            <a:ext cx="492795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latin typeface="프리젠테이션 2 ExtraLight" pitchFamily="2" charset="-127"/>
                <a:ea typeface="프리젠테이션 2 ExtraLight" pitchFamily="2" charset="-127"/>
              </a:rPr>
              <a:t>Ticket</a:t>
            </a:r>
            <a:r>
              <a:rPr lang="ko-KR" altLang="en-US" sz="4000" dirty="0">
                <a:latin typeface="프리젠테이션 2 ExtraLight" pitchFamily="2" charset="-127"/>
                <a:ea typeface="프리젠테이션 2 ExtraLight" pitchFamily="2" charset="-127"/>
              </a:rPr>
              <a:t>을 우리가 </a:t>
            </a:r>
            <a:r>
              <a:rPr lang="en-US" altLang="ko-KR" sz="4000" dirty="0">
                <a:latin typeface="프리젠테이션 2 ExtraLight" pitchFamily="2" charset="-127"/>
                <a:ea typeface="프리젠테이션 2 ExtraLight" pitchFamily="2" charset="-127"/>
              </a:rPr>
              <a:t>Moa</a:t>
            </a:r>
            <a:r>
              <a:rPr lang="ko-KR" altLang="en-US" sz="4000" dirty="0">
                <a:latin typeface="프리젠테이션 2 ExtraLight" pitchFamily="2" charset="-127"/>
                <a:ea typeface="프리젠테이션 2 ExtraLight" pitchFamily="2" charset="-127"/>
              </a:rPr>
              <a:t>보자</a:t>
            </a:r>
          </a:p>
        </p:txBody>
      </p:sp>
    </p:spTree>
    <p:extLst>
      <p:ext uri="{BB962C8B-B14F-4D97-AF65-F5344CB8AC3E}">
        <p14:creationId xmlns:p14="http://schemas.microsoft.com/office/powerpoint/2010/main" val="1495686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8203F0-4FC8-419F-B7F0-857C8C2F0EAF}"/>
              </a:ext>
            </a:extLst>
          </p:cNvPr>
          <p:cNvSpPr txBox="1"/>
          <p:nvPr/>
        </p:nvSpPr>
        <p:spPr>
          <a:xfrm>
            <a:off x="4947288" y="2921168"/>
            <a:ext cx="2297425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6000" dirty="0">
                <a:latin typeface="페이퍼로지 7 Bold" pitchFamily="2" charset="-127"/>
                <a:ea typeface="페이퍼로지 7 Bold" pitchFamily="2" charset="-127"/>
              </a:rPr>
              <a:t>TIMO</a:t>
            </a:r>
            <a:endParaRPr lang="ko-KR" altLang="en-US" sz="6000" dirty="0"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529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33FE2-3262-4982-BC3F-1E1D3746D14E}"/>
              </a:ext>
            </a:extLst>
          </p:cNvPr>
          <p:cNvSpPr txBox="1"/>
          <p:nvPr/>
        </p:nvSpPr>
        <p:spPr>
          <a:xfrm>
            <a:off x="3573514" y="1956284"/>
            <a:ext cx="5044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dirty="0">
                <a:latin typeface="프리젠테이션 2 ExtraLight" pitchFamily="2" charset="-127"/>
                <a:ea typeface="프리젠테이션 2 ExtraLight" pitchFamily="2" charset="-127"/>
              </a:rPr>
              <a:t>블록체인 기반 예매</a:t>
            </a:r>
            <a:r>
              <a:rPr lang="en-US" altLang="ko-KR" sz="3600" dirty="0">
                <a:latin typeface="프리젠테이션 2 ExtraLight" pitchFamily="2" charset="-127"/>
                <a:ea typeface="프리젠테이션 2 ExtraLight" pitchFamily="2" charset="-127"/>
              </a:rPr>
              <a:t>/</a:t>
            </a:r>
            <a:r>
              <a:rPr lang="ko-KR" altLang="en-US" sz="3600" dirty="0">
                <a:latin typeface="프리젠테이션 2 ExtraLight" pitchFamily="2" charset="-127"/>
                <a:ea typeface="프리젠테이션 2 ExtraLight" pitchFamily="2" charset="-127"/>
              </a:rPr>
              <a:t>양도 플랫폼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B5BA8F-F3AC-487D-A7A8-8E856B8D8972}"/>
              </a:ext>
            </a:extLst>
          </p:cNvPr>
          <p:cNvGrpSpPr/>
          <p:nvPr/>
        </p:nvGrpSpPr>
        <p:grpSpPr>
          <a:xfrm>
            <a:off x="2378074" y="4444669"/>
            <a:ext cx="7435850" cy="216000"/>
            <a:chOff x="2456581" y="4050032"/>
            <a:chExt cx="7435850" cy="216000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499B445-0056-4583-A772-19FF64D8D9D2}"/>
                </a:ext>
              </a:extLst>
            </p:cNvPr>
            <p:cNvSpPr/>
            <p:nvPr/>
          </p:nvSpPr>
          <p:spPr>
            <a:xfrm>
              <a:off x="2456581" y="4050032"/>
              <a:ext cx="215900" cy="21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FB9D8CAB-9CDF-45FF-83DF-EB9CD02606E0}"/>
                </a:ext>
              </a:extLst>
            </p:cNvPr>
            <p:cNvSpPr/>
            <p:nvPr/>
          </p:nvSpPr>
          <p:spPr>
            <a:xfrm>
              <a:off x="4863231" y="4050032"/>
              <a:ext cx="215900" cy="21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C4CC18D-1DEA-4F27-AC92-9FB48B241559}"/>
                </a:ext>
              </a:extLst>
            </p:cNvPr>
            <p:cNvSpPr/>
            <p:nvPr/>
          </p:nvSpPr>
          <p:spPr>
            <a:xfrm>
              <a:off x="7269881" y="4050032"/>
              <a:ext cx="215900" cy="21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3DE95199-9D1D-40B7-BDD8-4756E496D1C9}"/>
                </a:ext>
              </a:extLst>
            </p:cNvPr>
            <p:cNvSpPr/>
            <p:nvPr/>
          </p:nvSpPr>
          <p:spPr>
            <a:xfrm>
              <a:off x="9676531" y="4050032"/>
              <a:ext cx="215900" cy="21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F2F4E44-5BBB-48A4-B43B-1052780698D1}"/>
                </a:ext>
              </a:extLst>
            </p:cNvPr>
            <p:cNvCxnSpPr>
              <a:cxnSpLocks/>
            </p:cNvCxnSpPr>
            <p:nvPr/>
          </p:nvCxnSpPr>
          <p:spPr>
            <a:xfrm>
              <a:off x="2564531" y="4160099"/>
              <a:ext cx="72199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C7C3253-F35B-4544-8938-F5E3709BB8AB}"/>
              </a:ext>
            </a:extLst>
          </p:cNvPr>
          <p:cNvSpPr txBox="1"/>
          <p:nvPr/>
        </p:nvSpPr>
        <p:spPr>
          <a:xfrm>
            <a:off x="9101481" y="3853370"/>
            <a:ext cx="1208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프리젠테이션 2 ExtraLight" pitchFamily="2" charset="-127"/>
                <a:ea typeface="프리젠테이션 2 ExtraLight" pitchFamily="2" charset="-127"/>
              </a:rPr>
              <a:t>소장품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8EEAA7-7A77-4096-9AAF-24EFF3932EED}"/>
              </a:ext>
            </a:extLst>
          </p:cNvPr>
          <p:cNvSpPr txBox="1"/>
          <p:nvPr/>
        </p:nvSpPr>
        <p:spPr>
          <a:xfrm>
            <a:off x="4468859" y="3853370"/>
            <a:ext cx="867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프리젠테이션 2 ExtraLight" pitchFamily="2" charset="-127"/>
                <a:ea typeface="프리젠테이션 2 ExtraLight" pitchFamily="2" charset="-127"/>
              </a:rPr>
              <a:t>양도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9D1B8F-E0A4-45DB-8DB0-3C520D5222B2}"/>
              </a:ext>
            </a:extLst>
          </p:cNvPr>
          <p:cNvSpPr txBox="1"/>
          <p:nvPr/>
        </p:nvSpPr>
        <p:spPr>
          <a:xfrm>
            <a:off x="6865551" y="3853371"/>
            <a:ext cx="867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프리젠테이션 2 ExtraLight" pitchFamily="2" charset="-127"/>
                <a:ea typeface="프리젠테이션 2 ExtraLight" pitchFamily="2" charset="-127"/>
              </a:rPr>
              <a:t>입장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1097B-F616-46A7-82D4-1ED14F2E6C20}"/>
              </a:ext>
            </a:extLst>
          </p:cNvPr>
          <p:cNvSpPr txBox="1"/>
          <p:nvPr/>
        </p:nvSpPr>
        <p:spPr>
          <a:xfrm>
            <a:off x="2052251" y="3853369"/>
            <a:ext cx="867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dirty="0">
                <a:latin typeface="프리젠테이션 2 ExtraLight" pitchFamily="2" charset="-127"/>
                <a:ea typeface="프리젠테이션 2 ExtraLight" pitchFamily="2" charset="-127"/>
              </a:rPr>
              <a:t>예매</a:t>
            </a: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B37A3D43-A3F0-4DF9-97A5-11F86484DD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91" t="17688" r="16741" b="17594"/>
          <a:stretch/>
        </p:blipFill>
        <p:spPr bwMode="auto">
          <a:xfrm>
            <a:off x="2011889" y="4831654"/>
            <a:ext cx="948267" cy="95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6663EA60-03B3-4C8F-86B4-968C0E5EE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3" t="33093" r="16728" b="31299"/>
          <a:stretch/>
        </p:blipFill>
        <p:spPr bwMode="auto">
          <a:xfrm>
            <a:off x="4304985" y="4910892"/>
            <a:ext cx="1175378" cy="79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스토리 핀 이미지">
            <a:extLst>
              <a:ext uri="{FF2B5EF4-FFF2-40B4-BE49-F238E27FC236}">
                <a16:creationId xmlns:a16="http://schemas.microsoft.com/office/drawing/2014/main" id="{3C166D56-3B84-4954-AC97-013B59E43D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4" b="12966"/>
          <a:stretch/>
        </p:blipFill>
        <p:spPr bwMode="auto">
          <a:xfrm>
            <a:off x="6711639" y="4787041"/>
            <a:ext cx="1289826" cy="91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5D5E6675-CD84-43B1-A1CC-A7702106ED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8" b="21136"/>
          <a:stretch/>
        </p:blipFill>
        <p:spPr bwMode="auto">
          <a:xfrm>
            <a:off x="9037246" y="4831654"/>
            <a:ext cx="1337455" cy="78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81ABA8E-C761-409B-B390-71B9766B1E60}"/>
              </a:ext>
            </a:extLst>
          </p:cNvPr>
          <p:cNvSpPr txBox="1"/>
          <p:nvPr/>
        </p:nvSpPr>
        <p:spPr>
          <a:xfrm>
            <a:off x="173255" y="202131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프리젠테이션 2 ExtraLight" pitchFamily="2" charset="-127"/>
                <a:ea typeface="프리젠테이션 2 ExtraLight" pitchFamily="2" charset="-127"/>
              </a:rPr>
              <a:t>기획 </a:t>
            </a:r>
            <a:r>
              <a:rPr lang="en-US" altLang="ko-KR" b="1" dirty="0">
                <a:latin typeface="프리젠테이션 2 ExtraLight" pitchFamily="2" charset="-127"/>
                <a:ea typeface="프리젠테이션 2 ExtraLight" pitchFamily="2" charset="-127"/>
              </a:rPr>
              <a:t>REMIND&amp;</a:t>
            </a:r>
            <a:r>
              <a:rPr lang="ko-KR" altLang="en-US" b="1" dirty="0" err="1">
                <a:latin typeface="프리젠테이션 2 ExtraLight" pitchFamily="2" charset="-127"/>
                <a:ea typeface="프리젠테이션 2 ExtraLight" pitchFamily="2" charset="-127"/>
              </a:rPr>
              <a:t>변경점</a:t>
            </a:r>
            <a:endParaRPr lang="ko-KR" altLang="en-US" b="1" dirty="0">
              <a:latin typeface="프리젠테이션 2 ExtraLight" pitchFamily="2" charset="-127"/>
              <a:ea typeface="프리젠테이션 2 Extra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326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03098AE2-5FD3-4E76-BEF0-8DF037C5399B}"/>
              </a:ext>
            </a:extLst>
          </p:cNvPr>
          <p:cNvGrpSpPr/>
          <p:nvPr/>
        </p:nvGrpSpPr>
        <p:grpSpPr>
          <a:xfrm>
            <a:off x="1342627" y="2060963"/>
            <a:ext cx="3368520" cy="2957670"/>
            <a:chOff x="1018139" y="2014580"/>
            <a:chExt cx="3368520" cy="2957670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1831CB6-E73F-42C0-BD08-34A8C23D48AE}"/>
                </a:ext>
              </a:extLst>
            </p:cNvPr>
            <p:cNvGrpSpPr/>
            <p:nvPr/>
          </p:nvGrpSpPr>
          <p:grpSpPr>
            <a:xfrm>
              <a:off x="1018139" y="2014580"/>
              <a:ext cx="3368520" cy="2528123"/>
              <a:chOff x="1018139" y="2014580"/>
              <a:chExt cx="3368520" cy="2528123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03C56A-C37D-4180-9386-8B68659B289D}"/>
                  </a:ext>
                </a:extLst>
              </p:cNvPr>
              <p:cNvSpPr txBox="1"/>
              <p:nvPr/>
            </p:nvSpPr>
            <p:spPr>
              <a:xfrm>
                <a:off x="1018139" y="2014580"/>
                <a:ext cx="33685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800" b="1" dirty="0">
                    <a:latin typeface="프리젠테이션 2 ExtraLight" pitchFamily="2" charset="-127"/>
                    <a:ea typeface="프리젠테이션 2 ExtraLight" pitchFamily="2" charset="-127"/>
                  </a:rPr>
                  <a:t>전송 잠금 </a:t>
                </a:r>
                <a:r>
                  <a:rPr lang="en-US" altLang="ko-KR" sz="2800" b="1" dirty="0">
                    <a:latin typeface="프리젠테이션 2 ExtraLight" pitchFamily="2" charset="-127"/>
                    <a:ea typeface="프리젠테이션 2 ExtraLight" pitchFamily="2" charset="-127"/>
                  </a:rPr>
                  <a:t>NFT </a:t>
                </a:r>
                <a:r>
                  <a:rPr lang="ko-KR" altLang="en-US" sz="2800" b="1" dirty="0">
                    <a:latin typeface="프리젠테이션 2 ExtraLight" pitchFamily="2" charset="-127"/>
                    <a:ea typeface="프리젠테이션 2 ExtraLight" pitchFamily="2" charset="-127"/>
                  </a:rPr>
                  <a:t>티켓</a:t>
                </a:r>
              </a:p>
            </p:txBody>
          </p:sp>
          <p:pic>
            <p:nvPicPr>
              <p:cNvPr id="5" name="Picture 2">
                <a:extLst>
                  <a:ext uri="{FF2B5EF4-FFF2-40B4-BE49-F238E27FC236}">
                    <a16:creationId xmlns:a16="http://schemas.microsoft.com/office/drawing/2014/main" id="{8684E8DC-8069-4BA9-9A44-9F2A2270D6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5843" y="2586447"/>
                <a:ext cx="1170959" cy="15800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1D4153FE-CA63-40C8-A10C-D3E79F9806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44066" y="2206199"/>
                <a:ext cx="1557670" cy="2336504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C3A39-9256-43A7-90C6-4956DE9096B1}"/>
                </a:ext>
              </a:extLst>
            </p:cNvPr>
            <p:cNvSpPr txBox="1"/>
            <p:nvPr/>
          </p:nvSpPr>
          <p:spPr>
            <a:xfrm>
              <a:off x="1518904" y="4325919"/>
              <a:ext cx="23669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>
                  <a:latin typeface="프리젠테이션 2 ExtraLight" pitchFamily="2" charset="-127"/>
                  <a:ea typeface="프리젠테이션 2 ExtraLight" pitchFamily="2" charset="-127"/>
                </a:rPr>
                <a:t>비공식 양도 방지</a:t>
              </a:r>
              <a:br>
                <a:rPr lang="en-US" altLang="ko-KR" dirty="0">
                  <a:latin typeface="프리젠테이션 2 ExtraLight" pitchFamily="2" charset="-127"/>
                  <a:ea typeface="프리젠테이션 2 ExtraLight" pitchFamily="2" charset="-127"/>
                </a:rPr>
              </a:br>
              <a:r>
                <a:rPr lang="ko-KR" altLang="en-US" dirty="0">
                  <a:latin typeface="프리젠테이션 2 ExtraLight" pitchFamily="2" charset="-127"/>
                  <a:ea typeface="프리젠테이션 2 ExtraLight" pitchFamily="2" charset="-127"/>
                </a:rPr>
                <a:t>외부 마켓에 이전 불가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B875FD3-6840-4026-8EFD-F541AD278374}"/>
              </a:ext>
            </a:extLst>
          </p:cNvPr>
          <p:cNvGrpSpPr/>
          <p:nvPr/>
        </p:nvGrpSpPr>
        <p:grpSpPr>
          <a:xfrm>
            <a:off x="6980088" y="2060963"/>
            <a:ext cx="3368520" cy="2957670"/>
            <a:chOff x="4666160" y="2014580"/>
            <a:chExt cx="3368520" cy="29576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8CC621-396A-477B-9402-C07C266DE22F}"/>
                </a:ext>
              </a:extLst>
            </p:cNvPr>
            <p:cNvSpPr txBox="1"/>
            <p:nvPr/>
          </p:nvSpPr>
          <p:spPr>
            <a:xfrm>
              <a:off x="4666160" y="2014580"/>
              <a:ext cx="33685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b="1" dirty="0">
                  <a:latin typeface="프리젠테이션 2 ExtraLight" pitchFamily="2" charset="-127"/>
                  <a:ea typeface="프리젠테이션 2 ExtraLight" pitchFamily="2" charset="-127"/>
                </a:rPr>
                <a:t>코인으로 결제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4E9B5A-ADB7-4B28-A12E-C0E08AA13EB4}"/>
                </a:ext>
              </a:extLst>
            </p:cNvPr>
            <p:cNvSpPr txBox="1"/>
            <p:nvPr/>
          </p:nvSpPr>
          <p:spPr>
            <a:xfrm>
              <a:off x="5192006" y="4325919"/>
              <a:ext cx="23669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err="1">
                  <a:latin typeface="프리젠테이션 2 ExtraLight" pitchFamily="2" charset="-127"/>
                  <a:ea typeface="프리젠테이션 2 ExtraLight" pitchFamily="2" charset="-127"/>
                </a:rPr>
                <a:t>등록가와</a:t>
              </a:r>
              <a:r>
                <a:rPr lang="ko-KR" altLang="en-US" dirty="0">
                  <a:latin typeface="프리젠테이션 2 ExtraLight" pitchFamily="2" charset="-127"/>
                  <a:ea typeface="프리젠테이션 2 ExtraLight" pitchFamily="2" charset="-127"/>
                </a:rPr>
                <a:t> 지급액의 일치</a:t>
              </a:r>
              <a:endParaRPr lang="en-US" altLang="ko-KR" dirty="0">
                <a:latin typeface="프리젠테이션 2 ExtraLight" pitchFamily="2" charset="-127"/>
                <a:ea typeface="프리젠테이션 2 ExtraLight" pitchFamily="2" charset="-127"/>
              </a:endParaRPr>
            </a:p>
            <a:p>
              <a:pPr algn="ctr"/>
              <a:r>
                <a:rPr lang="ko-KR" altLang="en-US" dirty="0">
                  <a:latin typeface="프리젠테이션 2 ExtraLight" pitchFamily="2" charset="-127"/>
                  <a:ea typeface="프리젠테이션 2 ExtraLight" pitchFamily="2" charset="-127"/>
                </a:rPr>
                <a:t>정가 초과 결제 불가</a:t>
              </a:r>
            </a:p>
          </p:txBody>
        </p:sp>
        <p:pic>
          <p:nvPicPr>
            <p:cNvPr id="1026" name="Picture 2" descr="스토리 핀 이미지">
              <a:extLst>
                <a:ext uri="{FF2B5EF4-FFF2-40B4-BE49-F238E27FC236}">
                  <a16:creationId xmlns:a16="http://schemas.microsoft.com/office/drawing/2014/main" id="{B873B059-4AC8-476E-913D-A2DFC5F429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2031" y="2537800"/>
              <a:ext cx="1582226" cy="1582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94223EA-19BB-445C-A93A-5E6EF1E42913}"/>
              </a:ext>
            </a:extLst>
          </p:cNvPr>
          <p:cNvSpPr txBox="1"/>
          <p:nvPr/>
        </p:nvSpPr>
        <p:spPr>
          <a:xfrm rot="829726">
            <a:off x="9224557" y="1876296"/>
            <a:ext cx="613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New</a:t>
            </a:r>
            <a:endParaRPr lang="ko-KR" alt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0DD96E-2DB8-4EF2-B3F6-8A592553C605}"/>
              </a:ext>
            </a:extLst>
          </p:cNvPr>
          <p:cNvSpPr txBox="1"/>
          <p:nvPr/>
        </p:nvSpPr>
        <p:spPr>
          <a:xfrm>
            <a:off x="173255" y="202131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프리젠테이션 2 ExtraLight" pitchFamily="2" charset="-127"/>
                <a:ea typeface="프리젠테이션 2 ExtraLight" pitchFamily="2" charset="-127"/>
              </a:rPr>
              <a:t>기획 </a:t>
            </a:r>
            <a:r>
              <a:rPr lang="en-US" altLang="ko-KR" b="1" dirty="0">
                <a:latin typeface="프리젠테이션 2 ExtraLight" pitchFamily="2" charset="-127"/>
                <a:ea typeface="프리젠테이션 2 ExtraLight" pitchFamily="2" charset="-127"/>
              </a:rPr>
              <a:t>REMIND&amp;</a:t>
            </a:r>
            <a:r>
              <a:rPr lang="ko-KR" altLang="en-US" b="1" dirty="0" err="1">
                <a:latin typeface="프리젠테이션 2 ExtraLight" pitchFamily="2" charset="-127"/>
                <a:ea typeface="프리젠테이션 2 ExtraLight" pitchFamily="2" charset="-127"/>
              </a:rPr>
              <a:t>변경점</a:t>
            </a:r>
            <a:endParaRPr lang="ko-KR" altLang="en-US" b="1" dirty="0">
              <a:latin typeface="프리젠테이션 2 ExtraLight" pitchFamily="2" charset="-127"/>
              <a:ea typeface="프리젠테이션 2 Extra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76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4DCD341F-247B-469B-A89E-207E8077238A}"/>
              </a:ext>
            </a:extLst>
          </p:cNvPr>
          <p:cNvGrpSpPr/>
          <p:nvPr/>
        </p:nvGrpSpPr>
        <p:grpSpPr>
          <a:xfrm>
            <a:off x="562820" y="1701043"/>
            <a:ext cx="3835501" cy="3632957"/>
            <a:chOff x="562820" y="1701043"/>
            <a:chExt cx="3835501" cy="3632957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4B4D6C1-E90F-44CB-A39E-4AC7BE146DDC}"/>
                </a:ext>
              </a:extLst>
            </p:cNvPr>
            <p:cNvSpPr/>
            <p:nvPr/>
          </p:nvSpPr>
          <p:spPr>
            <a:xfrm>
              <a:off x="2478906" y="2912119"/>
              <a:ext cx="1779126" cy="2421881"/>
            </a:xfrm>
            <a:prstGeom prst="rect">
              <a:avLst/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B807A4B-F4C2-4DAB-90AC-E8AA59F2A047}"/>
                </a:ext>
              </a:extLst>
            </p:cNvPr>
            <p:cNvSpPr txBox="1"/>
            <p:nvPr/>
          </p:nvSpPr>
          <p:spPr>
            <a:xfrm>
              <a:off x="562820" y="1701043"/>
              <a:ext cx="2486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b="1" dirty="0">
                  <a:latin typeface="프리젠테이션 2 ExtraLight" pitchFamily="2" charset="-127"/>
                  <a:ea typeface="프리젠테이션 2 ExtraLight" pitchFamily="2" charset="-127"/>
                </a:rPr>
                <a:t>단안 깊이 추정 </a:t>
              </a:r>
              <a:r>
                <a:rPr lang="en-US" altLang="ko-KR" sz="2400" b="1" dirty="0">
                  <a:latin typeface="프리젠테이션 2 ExtraLight" pitchFamily="2" charset="-127"/>
                  <a:ea typeface="프리젠테이션 2 ExtraLight" pitchFamily="2" charset="-127"/>
                </a:rPr>
                <a:t>AI </a:t>
              </a:r>
              <a:r>
                <a:rPr lang="ko-KR" altLang="en-US" sz="2400" b="1" dirty="0">
                  <a:latin typeface="프리젠테이션 2 ExtraLight" pitchFamily="2" charset="-127"/>
                  <a:ea typeface="프리젠테이션 2 ExtraLight" pitchFamily="2" charset="-127"/>
                </a:rPr>
                <a:t>모델</a:t>
              </a: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BF9EFA5-EB19-4069-AD6B-5B2FE8EC93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248" t="998" r="2659" b="1139"/>
            <a:stretch/>
          </p:blipFill>
          <p:spPr>
            <a:xfrm>
              <a:off x="634946" y="2912119"/>
              <a:ext cx="1684096" cy="23577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EEFAF8-454A-4B8F-83C6-9D1861CB4D44}"/>
                </a:ext>
              </a:extLst>
            </p:cNvPr>
            <p:cNvSpPr txBox="1"/>
            <p:nvPr/>
          </p:nvSpPr>
          <p:spPr>
            <a:xfrm>
              <a:off x="571632" y="2074859"/>
              <a:ext cx="17633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dirty="0">
                  <a:latin typeface="프리젠테이션 2 ExtraLight" pitchFamily="2" charset="-127"/>
                  <a:ea typeface="프리젠테이션 2 ExtraLight" pitchFamily="2" charset="-127"/>
                </a:rPr>
                <a:t>Depth Anything V2</a:t>
              </a:r>
              <a:endParaRPr lang="ko-KR" altLang="en-US" sz="1600" dirty="0">
                <a:latin typeface="프리젠테이션 2 ExtraLight" pitchFamily="2" charset="-127"/>
                <a:ea typeface="프리젠테이션 2 ExtraLight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A787A0-C12E-4AB9-A693-01456617919C}"/>
                </a:ext>
              </a:extLst>
            </p:cNvPr>
            <p:cNvSpPr txBox="1"/>
            <p:nvPr/>
          </p:nvSpPr>
          <p:spPr>
            <a:xfrm>
              <a:off x="571632" y="2478100"/>
              <a:ext cx="3826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프리젠테이션 2 ExtraLight" pitchFamily="2" charset="-127"/>
                  <a:ea typeface="프리젠테이션 2 ExtraLight" pitchFamily="2" charset="-127"/>
                </a:rPr>
                <a:t>포스터</a:t>
              </a:r>
              <a:r>
                <a:rPr lang="en-US" altLang="ko-KR" dirty="0">
                  <a:latin typeface="프리젠테이션 2 ExtraLight" pitchFamily="2" charset="-127"/>
                  <a:ea typeface="프리젠테이션 2 ExtraLight" pitchFamily="2" charset="-127"/>
                </a:rPr>
                <a:t>, </a:t>
              </a:r>
              <a:r>
                <a:rPr lang="ko-KR" altLang="en-US" dirty="0">
                  <a:latin typeface="프리젠테이션 2 ExtraLight" pitchFamily="2" charset="-127"/>
                  <a:ea typeface="프리젠테이션 2 ExtraLight" pitchFamily="2" charset="-127"/>
                </a:rPr>
                <a:t>현장사진 등을 </a:t>
              </a:r>
              <a:r>
                <a:rPr lang="en-US" altLang="ko-KR" dirty="0">
                  <a:latin typeface="프리젠테이션 2 ExtraLight" pitchFamily="2" charset="-127"/>
                  <a:ea typeface="프리젠테이션 2 ExtraLight" pitchFamily="2" charset="-127"/>
                </a:rPr>
                <a:t>2~3</a:t>
              </a:r>
              <a:r>
                <a:rPr lang="ko-KR" altLang="en-US" dirty="0">
                  <a:latin typeface="프리젠테이션 2 ExtraLight" pitchFamily="2" charset="-127"/>
                  <a:ea typeface="프리젠테이션 2 ExtraLight" pitchFamily="2" charset="-127"/>
                </a:rPr>
                <a:t>개의 레이어로 변환 </a:t>
              </a:r>
              <a:endParaRPr lang="en-US" altLang="ko-KR" dirty="0">
                <a:latin typeface="프리젠테이션 2 ExtraLight" pitchFamily="2" charset="-127"/>
                <a:ea typeface="프리젠테이션 2 ExtraLight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E80A6016-92DD-4A0D-BE04-ABCA003DF284}"/>
                </a:ext>
              </a:extLst>
            </p:cNvPr>
            <p:cNvGrpSpPr/>
            <p:nvPr/>
          </p:nvGrpSpPr>
          <p:grpSpPr>
            <a:xfrm>
              <a:off x="2334935" y="3224776"/>
              <a:ext cx="1923097" cy="1732419"/>
              <a:chOff x="2940709" y="3262350"/>
              <a:chExt cx="1923097" cy="1732419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281CF07-6742-4E23-B836-A29C9A139E44}"/>
                  </a:ext>
                </a:extLst>
              </p:cNvPr>
              <p:cNvSpPr/>
              <p:nvPr/>
            </p:nvSpPr>
            <p:spPr>
              <a:xfrm>
                <a:off x="3084680" y="3262350"/>
                <a:ext cx="1135813" cy="1235605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979A24-6D41-413B-9D91-50909E8B6AED}"/>
                  </a:ext>
                </a:extLst>
              </p:cNvPr>
              <p:cNvSpPr txBox="1"/>
              <p:nvPr/>
            </p:nvSpPr>
            <p:spPr>
              <a:xfrm>
                <a:off x="2940709" y="3262350"/>
                <a:ext cx="6289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b="1" dirty="0">
                    <a:highlight>
                      <a:srgbClr val="000000"/>
                    </a:highlight>
                    <a:latin typeface="프리젠테이션 2 ExtraLight" pitchFamily="2" charset="-127"/>
                    <a:ea typeface="프리젠테이션 2 ExtraLight" pitchFamily="2" charset="-127"/>
                  </a:rPr>
                  <a:t>배경</a:t>
                </a:r>
                <a:endParaRPr lang="ko-KR" altLang="en-US" b="1" dirty="0">
                  <a:highlight>
                    <a:srgbClr val="000000"/>
                  </a:highlight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7EA2166-12F2-48E8-9354-27F2770C573D}"/>
                  </a:ext>
                </a:extLst>
              </p:cNvPr>
              <p:cNvSpPr/>
              <p:nvPr/>
            </p:nvSpPr>
            <p:spPr>
              <a:xfrm>
                <a:off x="3399006" y="3562302"/>
                <a:ext cx="1150476" cy="1192760"/>
              </a:xfrm>
              <a:prstGeom prst="rect">
                <a:avLst/>
              </a:prstGeom>
              <a:solidFill>
                <a:schemeClr val="tx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1C99F5-7EAF-45A3-93BA-A74A84610AF0}"/>
                  </a:ext>
                </a:extLst>
              </p:cNvPr>
              <p:cNvSpPr txBox="1"/>
              <p:nvPr/>
            </p:nvSpPr>
            <p:spPr>
              <a:xfrm>
                <a:off x="3305763" y="3509058"/>
                <a:ext cx="5277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highlight>
                      <a:srgbClr val="000000"/>
                    </a:highlight>
                    <a:latin typeface="프리젠테이션 2 ExtraLight" pitchFamily="2" charset="-127"/>
                    <a:ea typeface="프리젠테이션 2 ExtraLight" pitchFamily="2" charset="-127"/>
                  </a:rPr>
                  <a:t>인물</a:t>
                </a:r>
                <a:endParaRPr lang="ko-KR" altLang="en-US" dirty="0">
                  <a:highlight>
                    <a:srgbClr val="000000"/>
                  </a:highlight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3023C8AD-6506-4AB2-A242-D43F3ED61213}"/>
                  </a:ext>
                </a:extLst>
              </p:cNvPr>
              <p:cNvSpPr/>
              <p:nvPr/>
            </p:nvSpPr>
            <p:spPr>
              <a:xfrm>
                <a:off x="3735555" y="3802009"/>
                <a:ext cx="1128251" cy="1192760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B29A27-1693-40B4-B382-6C092761FF26}"/>
                  </a:ext>
                </a:extLst>
              </p:cNvPr>
              <p:cNvSpPr txBox="1"/>
              <p:nvPr/>
            </p:nvSpPr>
            <p:spPr>
              <a:xfrm>
                <a:off x="3651250" y="3766165"/>
                <a:ext cx="870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highlight>
                      <a:srgbClr val="000000"/>
                    </a:highlight>
                    <a:latin typeface="프리젠테이션 2 ExtraLight" pitchFamily="2" charset="-127"/>
                    <a:ea typeface="프리젠테이션 2 ExtraLight" pitchFamily="2" charset="-127"/>
                  </a:rPr>
                  <a:t>무대장식</a:t>
                </a:r>
                <a:endParaRPr lang="ko-KR" altLang="en-US" dirty="0">
                  <a:highlight>
                    <a:srgbClr val="000000"/>
                  </a:highlight>
                </a:endParaRPr>
              </a:p>
            </p:txBody>
          </p:sp>
        </p:grp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88CB9626-FABE-44E4-871C-DA1813F3F0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5" t="9074" r="8691" b="13691"/>
          <a:stretch/>
        </p:blipFill>
        <p:spPr>
          <a:xfrm>
            <a:off x="4511320" y="1476382"/>
            <a:ext cx="6972300" cy="42354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D2A1A2-F981-4CA6-B482-DFF7E0DF39E7}"/>
              </a:ext>
            </a:extLst>
          </p:cNvPr>
          <p:cNvSpPr txBox="1"/>
          <p:nvPr/>
        </p:nvSpPr>
        <p:spPr>
          <a:xfrm>
            <a:off x="411093" y="713625"/>
            <a:ext cx="6838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프리젠테이션 2 ExtraLight" pitchFamily="2" charset="-127"/>
                <a:ea typeface="프리젠테이션 2 ExtraLight" pitchFamily="2" charset="-127"/>
              </a:rPr>
              <a:t>커스터마이징이 가능한 </a:t>
            </a:r>
            <a:r>
              <a:rPr lang="ko-KR" altLang="en-US" sz="3600" b="0" i="0" dirty="0">
                <a:effectLst/>
                <a:latin typeface="프리젠테이션 2 ExtraLight" pitchFamily="2" charset="-127"/>
                <a:ea typeface="프리젠테이션 2 ExtraLight" pitchFamily="2" charset="-127"/>
              </a:rPr>
              <a:t>디지털 소장품 </a:t>
            </a:r>
            <a:endParaRPr lang="ko-KR" altLang="en-US" sz="3600" dirty="0">
              <a:latin typeface="프리젠테이션 2 ExtraLight" pitchFamily="2" charset="-127"/>
              <a:ea typeface="프리젠테이션 2 ExtraLight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90F9F5-35DB-42B2-B5E2-02010B6807B9}"/>
              </a:ext>
            </a:extLst>
          </p:cNvPr>
          <p:cNvSpPr txBox="1"/>
          <p:nvPr/>
        </p:nvSpPr>
        <p:spPr>
          <a:xfrm>
            <a:off x="173255" y="20213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프리젠테이션 2 ExtraLight" pitchFamily="2" charset="-127"/>
                <a:ea typeface="프리젠테이션 2 ExtraLight" pitchFamily="2" charset="-127"/>
              </a:rPr>
              <a:t>AI </a:t>
            </a:r>
            <a:r>
              <a:rPr lang="ko-KR" altLang="en-US" b="1" dirty="0">
                <a:latin typeface="프리젠테이션 2 ExtraLight" pitchFamily="2" charset="-127"/>
                <a:ea typeface="프리젠테이션 2 ExtraLight" pitchFamily="2" charset="-127"/>
              </a:rPr>
              <a:t>장표</a:t>
            </a:r>
          </a:p>
        </p:txBody>
      </p:sp>
    </p:spTree>
    <p:extLst>
      <p:ext uri="{BB962C8B-B14F-4D97-AF65-F5344CB8AC3E}">
        <p14:creationId xmlns:p14="http://schemas.microsoft.com/office/powerpoint/2010/main" val="33278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58416-15F8-42C0-BBF4-ED98C9AEF48C}"/>
              </a:ext>
            </a:extLst>
          </p:cNvPr>
          <p:cNvSpPr txBox="1"/>
          <p:nvPr/>
        </p:nvSpPr>
        <p:spPr>
          <a:xfrm>
            <a:off x="173255" y="202131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프리젠테이션 2 ExtraLight" pitchFamily="2" charset="-127"/>
                <a:ea typeface="프리젠테이션 2 ExtraLight" pitchFamily="2" charset="-127"/>
              </a:rPr>
              <a:t>현재 구현 상황</a:t>
            </a:r>
          </a:p>
        </p:txBody>
      </p:sp>
    </p:spTree>
    <p:extLst>
      <p:ext uri="{BB962C8B-B14F-4D97-AF65-F5344CB8AC3E}">
        <p14:creationId xmlns:p14="http://schemas.microsoft.com/office/powerpoint/2010/main" val="397987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6ED26A-0D73-40F7-AB66-2BD271F2AC82}"/>
              </a:ext>
            </a:extLst>
          </p:cNvPr>
          <p:cNvSpPr txBox="1"/>
          <p:nvPr/>
        </p:nvSpPr>
        <p:spPr>
          <a:xfrm>
            <a:off x="173255" y="202131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프리젠테이션 2 ExtraLight" pitchFamily="2" charset="-127"/>
                <a:ea typeface="프리젠테이션 2 ExtraLight" pitchFamily="2" charset="-127"/>
              </a:rPr>
              <a:t>현재 구현 상황</a:t>
            </a:r>
          </a:p>
        </p:txBody>
      </p:sp>
    </p:spTree>
    <p:extLst>
      <p:ext uri="{BB962C8B-B14F-4D97-AF65-F5344CB8AC3E}">
        <p14:creationId xmlns:p14="http://schemas.microsoft.com/office/powerpoint/2010/main" val="75433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8203F0-4FC8-419F-B7F0-857C8C2F0EAF}"/>
              </a:ext>
            </a:extLst>
          </p:cNvPr>
          <p:cNvSpPr txBox="1"/>
          <p:nvPr/>
        </p:nvSpPr>
        <p:spPr>
          <a:xfrm>
            <a:off x="5150082" y="3105834"/>
            <a:ext cx="1891864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ko-KR" altLang="en-US" sz="3600" dirty="0">
                <a:latin typeface="프리젠테이션 2 ExtraLight" pitchFamily="2" charset="-127"/>
                <a:ea typeface="프리젠테이션 2 ExtraLight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612351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642</TotalTime>
  <Words>78</Words>
  <Application>Microsoft Office PowerPoint</Application>
  <PresentationFormat>와이드스크린</PresentationFormat>
  <Paragraphs>26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페이퍼로지 7 Bold</vt:lpstr>
      <vt:lpstr>Calibri</vt:lpstr>
      <vt:lpstr>프리젠테이션 2 ExtraLight</vt:lpstr>
      <vt:lpstr>Arial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희성 정</cp:lastModifiedBy>
  <cp:revision>47</cp:revision>
  <dcterms:created xsi:type="dcterms:W3CDTF">2026-08-27T03:53:28Z</dcterms:created>
  <dcterms:modified xsi:type="dcterms:W3CDTF">2026-09-03T05:52:33Z</dcterms:modified>
</cp:coreProperties>
</file>